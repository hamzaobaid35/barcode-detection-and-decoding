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7" r:id="rId8"/>
    <p:sldId id="270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4635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36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65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9221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7829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041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236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484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113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423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9611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16747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3540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42496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514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609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407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13/08/46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ar-S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821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820C1EE-B379-B4E3-C744-162C4734F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Questionnaire Analysis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6868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3676307-4A4F-6686-EC18-200E9B0B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Introduction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C3D36FE-DCE2-5CD6-327B-7BCD3054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Objective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Develop an automated system to detect and extract barcodes from 	images 	using image processing techniques.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Manual barcode detection is inefficient and prone to errors. Automation 	enhances accuracy and speed.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Solution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Use PIL and pure python for image processing and barcode recognition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5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DABB1FA-C0BF-331C-AB7F-7F1A02B4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Tools and Libraries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5B53DEB-5E91-6B0C-F1E7-F1882CA5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b="1" dirty="0">
                <a:solidFill>
                  <a:srgbClr val="002060"/>
                </a:solidFill>
              </a:rPr>
              <a:t>Python Libraries Used: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PIL (Pillow</a:t>
            </a:r>
            <a:r>
              <a:rPr lang="en-US" dirty="0">
                <a:solidFill>
                  <a:schemeClr val="tx1"/>
                </a:solidFill>
              </a:rPr>
              <a:t>): For image handling and manipulation. 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NumPy</a:t>
            </a:r>
            <a:r>
              <a:rPr lang="en-US" dirty="0">
                <a:solidFill>
                  <a:schemeClr val="tx1"/>
                </a:solidFill>
              </a:rPr>
              <a:t>: Numerical operations on image arrays.</a:t>
            </a:r>
          </a:p>
          <a:p>
            <a:pPr marL="457200" lvl="1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: Visualization of processed images.	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r>
              <a:rPr lang="en-US" b="1" dirty="0">
                <a:solidFill>
                  <a:srgbClr val="002060"/>
                </a:solidFill>
              </a:rPr>
              <a:t>Environment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Notebook.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5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5430EB9-A5A4-2873-D79C-4A3BB39F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Image Preprocessing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26705F3-FD76-8F2B-9D25-62C982B6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10326"/>
            <a:ext cx="3757545" cy="4713402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Grayscale Conversion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600" dirty="0"/>
              <a:t>Convert the image to grayscale to simplify processing.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Median Filter</a:t>
            </a:r>
          </a:p>
          <a:p>
            <a:pPr marL="1257300" lvl="2" indent="-342900" rtl="0">
              <a:buFont typeface="Wingdings" panose="05000000000000000000" pitchFamily="2" charset="2"/>
              <a:buChar char="Ø"/>
            </a:pPr>
            <a:r>
              <a:rPr lang="en-US" dirty="0"/>
              <a:t>Apply Median Filter to reduce noise</a:t>
            </a:r>
            <a:r>
              <a:rPr lang="en-US" sz="1200" dirty="0"/>
              <a:t>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Thresholding</a:t>
            </a:r>
          </a:p>
          <a:p>
            <a:pPr marL="1257300" lvl="2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convert image into a binary image.</a:t>
            </a:r>
          </a:p>
          <a:p>
            <a:pPr lvl="1" algn="l" rtl="0"/>
            <a:r>
              <a:rPr lang="en-US" sz="1400" dirty="0"/>
              <a:t> 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tx1"/>
              </a:solidFill>
            </a:endParaRPr>
          </a:p>
          <a:p>
            <a:pPr rtl="0"/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81300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72F2E66-EBAC-7847-5EC1-F7C52C56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Barcode </a:t>
            </a:r>
            <a:br>
              <a:rPr lang="en-US" b="1" dirty="0"/>
            </a:br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 Detection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A42282F-551A-89F6-9CC5-723752C8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66887"/>
            <a:ext cx="3757545" cy="4562573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Detect barcode regions using horizontal and vertical projections..</a:t>
            </a:r>
            <a:br>
              <a:rPr lang="en-US" dirty="0"/>
            </a:b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Extract bounding boxes around detected barcodes.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0337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0D6B15-D5B6-6DD9-66BF-50E79FFC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Region Extraction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2D6921-2830-DA67-88B9-B469A466B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Crop and display the barcode region.</a:t>
            </a:r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Verify extracted barcode for correctness.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24155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D1507B-794D-DEAE-688E-F5E147FB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 and Testing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F559489-30BB-E6CA-1D08-6375E33B6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282045"/>
            <a:ext cx="3757545" cy="4440025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b="1" dirty="0"/>
              <a:t>Test Cases</a:t>
            </a:r>
          </a:p>
          <a:p>
            <a:pPr marL="742950" lvl="1" indent="-285750" algn="r" rtl="0">
              <a:buFont typeface="Wingdings" panose="05000000000000000000" pitchFamily="2" charset="2"/>
              <a:buChar char="Ø"/>
            </a:pPr>
            <a:r>
              <a:rPr lang="en-US" dirty="0"/>
              <a:t>The implementation was tested on various images with different barcode types.</a:t>
            </a:r>
          </a:p>
          <a:p>
            <a:pPr marL="742950" lvl="1" indent="-285750" algn="r" rtl="0">
              <a:buFont typeface="Wingdings" panose="05000000000000000000" pitchFamily="2" charset="2"/>
              <a:buChar char="Ø"/>
            </a:pPr>
            <a:r>
              <a:rPr lang="en-US" dirty="0"/>
              <a:t>Successfully detected and extracted barcodes.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4053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93EBBD2-5BE7-F2FE-B5B1-A5181CBC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4FCC9C1-1499-03E0-A400-C179EC94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272619"/>
            <a:ext cx="3757545" cy="4223207"/>
          </a:xfrm>
        </p:spPr>
        <p:txBody>
          <a:bodyPr>
            <a:normAutofit/>
          </a:bodyPr>
          <a:lstStyle/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•The performance may vary depending on the type and quality of images. </a:t>
            </a:r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algn="l" rtl="0">
              <a:buFont typeface="Wingdings" panose="05000000000000000000" pitchFamily="2" charset="2"/>
              <a:buChar char="Ø"/>
            </a:pPr>
            <a:r>
              <a:rPr lang="en-US" dirty="0"/>
              <a:t> Some high-noise images may still retain artifacts after filtering.</a:t>
            </a:r>
          </a:p>
        </p:txBody>
      </p:sp>
    </p:spTree>
    <p:extLst>
      <p:ext uri="{BB962C8B-B14F-4D97-AF65-F5344CB8AC3E}">
        <p14:creationId xmlns:p14="http://schemas.microsoft.com/office/powerpoint/2010/main" val="63218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933B44C-37A3-522D-BF17-789E8B0C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Conclusion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752F879-703E-EBC4-1DFF-033831C1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>
              <a:buFont typeface="Wingdings" panose="05000000000000000000" pitchFamily="2" charset="2"/>
              <a:buChar char="Ø"/>
            </a:pPr>
            <a:r>
              <a:rPr lang="en-US" dirty="0"/>
              <a:t>Summary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The project successfully automates barcode detection and extraction using image processing techniques.</a:t>
            </a:r>
          </a:p>
          <a:p>
            <a:pPr algn="l" rtl="0">
              <a:buFont typeface="Wingdings" panose="05000000000000000000" pitchFamily="2" charset="2"/>
              <a:buChar char="Ø"/>
            </a:pPr>
            <a:endParaRPr lang="en-US" dirty="0"/>
          </a:p>
          <a:p>
            <a:pPr algn="l" rtl="0">
              <a:buFont typeface="Wingdings" panose="05000000000000000000" pitchFamily="2" charset="2"/>
              <a:buChar char="Ø"/>
            </a:pPr>
            <a:r>
              <a:rPr lang="en-US" dirty="0"/>
              <a:t>Future Work: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Implementing additional filtering techniques for better </a:t>
            </a:r>
          </a:p>
          <a:p>
            <a:pPr marL="457200" lvl="1" indent="0" algn="l" rtl="0">
              <a:buNone/>
            </a:pPr>
            <a:r>
              <a:rPr lang="en-US" dirty="0"/>
              <a:t>	noise reduction. 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 Enhancing robustness against varying image conditions. </a:t>
            </a:r>
          </a:p>
          <a:p>
            <a:pPr lvl="1" algn="l" rtl="0">
              <a:buFont typeface="Wingdings" panose="05000000000000000000" pitchFamily="2" charset="2"/>
              <a:buChar char="Ø"/>
            </a:pPr>
            <a:r>
              <a:rPr lang="en-US" dirty="0"/>
              <a:t> Exploring advanced edge detection and feature extraction </a:t>
            </a:r>
          </a:p>
          <a:p>
            <a:pPr marL="457200" lvl="1" indent="0" algn="l" rtl="0">
              <a:buNone/>
            </a:pPr>
            <a:r>
              <a:rPr lang="en-US" dirty="0"/>
              <a:t>	methods.</a:t>
            </a:r>
          </a:p>
          <a:p>
            <a:pPr algn="l" rtl="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70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D03FFA-6891-DBF9-85BC-8C1FEC95B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Thank You!</a:t>
            </a:r>
            <a:br>
              <a:rPr lang="en-US" b="0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02083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جلس إدارة أيون">
  <a:themeElements>
    <a:clrScheme name="مجلس إدارة أيون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مجلس إدارة 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مجلس إدارة 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356</TotalTime>
  <Words>266</Words>
  <Application>Microsoft Office PowerPoint</Application>
  <PresentationFormat>شاشة عريضة</PresentationFormat>
  <Paragraphs>56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Inter</vt:lpstr>
      <vt:lpstr>Wingdings</vt:lpstr>
      <vt:lpstr>Wingdings 3</vt:lpstr>
      <vt:lpstr>مجلس إدارة أيون</vt:lpstr>
      <vt:lpstr>Questionnaire Analysis</vt:lpstr>
      <vt:lpstr>Introduction </vt:lpstr>
      <vt:lpstr>Tools and Libraries </vt:lpstr>
      <vt:lpstr>Image Preprocessing </vt:lpstr>
      <vt:lpstr>Barcode   Detection </vt:lpstr>
      <vt:lpstr>Region Extraction</vt:lpstr>
      <vt:lpstr>Results and Testing</vt:lpstr>
      <vt:lpstr>Limitations</vt:lpstr>
      <vt:lpstr>Conclusion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Mohammed</dc:creator>
  <cp:lastModifiedBy>Hamza Mohammed</cp:lastModifiedBy>
  <cp:revision>3</cp:revision>
  <dcterms:created xsi:type="dcterms:W3CDTF">2025-02-10T15:13:43Z</dcterms:created>
  <dcterms:modified xsi:type="dcterms:W3CDTF">2025-02-11T16:50:22Z</dcterms:modified>
</cp:coreProperties>
</file>